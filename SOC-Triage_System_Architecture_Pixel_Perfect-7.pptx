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technical_infographic_diagram_with_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Editable region 1"/>
          <p:cNvSpPr/>
          <p:nvPr/>
        </p:nvSpPr>
        <p:spPr>
          <a:xfrm>
            <a:off x="182880" y="91440"/>
            <a:ext cx="4572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region 2"/>
          <p:cNvSpPr/>
          <p:nvPr/>
        </p:nvSpPr>
        <p:spPr>
          <a:xfrm>
            <a:off x="182880" y="594360"/>
            <a:ext cx="5120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region 3"/>
          <p:cNvSpPr/>
          <p:nvPr/>
        </p:nvSpPr>
        <p:spPr>
          <a:xfrm>
            <a:off x="137160" y="1143000"/>
            <a:ext cx="1143000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region 4"/>
          <p:cNvSpPr/>
          <p:nvPr/>
        </p:nvSpPr>
        <p:spPr>
          <a:xfrm>
            <a:off x="1417320" y="1143000"/>
            <a:ext cx="1234440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region 5"/>
          <p:cNvSpPr/>
          <p:nvPr/>
        </p:nvSpPr>
        <p:spPr>
          <a:xfrm>
            <a:off x="137160" y="2743200"/>
            <a:ext cx="1325880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region 6"/>
          <p:cNvSpPr/>
          <p:nvPr/>
        </p:nvSpPr>
        <p:spPr>
          <a:xfrm>
            <a:off x="137160" y="3977639"/>
            <a:ext cx="1325880" cy="1051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region 7"/>
          <p:cNvSpPr/>
          <p:nvPr/>
        </p:nvSpPr>
        <p:spPr>
          <a:xfrm>
            <a:off x="2971800" y="685800"/>
            <a:ext cx="2423160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region 8"/>
          <p:cNvSpPr/>
          <p:nvPr/>
        </p:nvSpPr>
        <p:spPr>
          <a:xfrm>
            <a:off x="6446520" y="685800"/>
            <a:ext cx="2331720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region 9"/>
          <p:cNvSpPr/>
          <p:nvPr/>
        </p:nvSpPr>
        <p:spPr>
          <a:xfrm>
            <a:off x="2788920" y="1691640"/>
            <a:ext cx="598932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region 10"/>
          <p:cNvSpPr/>
          <p:nvPr/>
        </p:nvSpPr>
        <p:spPr>
          <a:xfrm>
            <a:off x="3200400" y="2057400"/>
            <a:ext cx="4343400" cy="3520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region 11"/>
          <p:cNvSpPr/>
          <p:nvPr/>
        </p:nvSpPr>
        <p:spPr>
          <a:xfrm>
            <a:off x="3566160" y="2788920"/>
            <a:ext cx="3703320" cy="219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region 12"/>
          <p:cNvSpPr/>
          <p:nvPr/>
        </p:nvSpPr>
        <p:spPr>
          <a:xfrm>
            <a:off x="3703320" y="3063240"/>
            <a:ext cx="1600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region 13"/>
          <p:cNvSpPr/>
          <p:nvPr/>
        </p:nvSpPr>
        <p:spPr>
          <a:xfrm>
            <a:off x="5394960" y="3063240"/>
            <a:ext cx="164592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region 14"/>
          <p:cNvSpPr/>
          <p:nvPr/>
        </p:nvSpPr>
        <p:spPr>
          <a:xfrm>
            <a:off x="3703320" y="3886200"/>
            <a:ext cx="160020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region 15"/>
          <p:cNvSpPr/>
          <p:nvPr/>
        </p:nvSpPr>
        <p:spPr>
          <a:xfrm>
            <a:off x="5394960" y="3886200"/>
            <a:ext cx="164592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region 16"/>
          <p:cNvSpPr/>
          <p:nvPr/>
        </p:nvSpPr>
        <p:spPr>
          <a:xfrm>
            <a:off x="3703320" y="4709160"/>
            <a:ext cx="3337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region 17"/>
          <p:cNvSpPr/>
          <p:nvPr/>
        </p:nvSpPr>
        <p:spPr>
          <a:xfrm>
            <a:off x="9098280" y="1097280"/>
            <a:ext cx="2788920" cy="5257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region 18"/>
          <p:cNvSpPr/>
          <p:nvPr/>
        </p:nvSpPr>
        <p:spPr>
          <a:xfrm>
            <a:off x="9281160" y="1783080"/>
            <a:ext cx="2514600" cy="4251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region 19"/>
          <p:cNvSpPr/>
          <p:nvPr/>
        </p:nvSpPr>
        <p:spPr>
          <a:xfrm>
            <a:off x="5532120" y="5577840"/>
            <a:ext cx="301752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region 20"/>
          <p:cNvSpPr/>
          <p:nvPr/>
        </p:nvSpPr>
        <p:spPr>
          <a:xfrm>
            <a:off x="9189720" y="6400800"/>
            <a:ext cx="1691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technical_infographic_diagram_with_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69951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373"/>
                </a:solidFill>
                <a:latin typeface="Segoe UI"/>
              </a:rPr>
              <a:t>Pixel-perfect reference — the architecture artwork is preserved exactly from the generated diagram.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